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Analysis of 3,900 transactions to reveal spending patterns, segments, product preferences, and subscription behavior to guide strategic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048569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712937"/>
            <a:ext cx="2259137" cy="1355601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6437" y="1876797"/>
            <a:ext cx="19314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Rows /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16437" y="2186508"/>
            <a:ext cx="193141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3,900 rows · 18 columns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712937"/>
            <a:ext cx="2259137" cy="1355601"/>
          </a:xfrm>
          <a:prstGeom prst="roundRect">
            <a:avLst>
              <a:gd name="adj" fmla="val 16555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5146" y="1876797"/>
            <a:ext cx="193141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25146" y="2186508"/>
            <a:ext cx="193141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Demographics, purchase details, shopping behavior, subscription status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218111"/>
            <a:ext cx="4667845" cy="876821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6437" y="3381970"/>
            <a:ext cx="43401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16437" y="3691682"/>
            <a:ext cx="43401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37 missing values in Review Rating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332"/>
            <a:ext cx="8096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Preparation &amp; Engineering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37382"/>
            <a:ext cx="5141193" cy="2891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344" y="1180430"/>
            <a:ext cx="260776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Cleaning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7344" y="1525935"/>
            <a:ext cx="2607766" cy="1924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Loaded data with pandas; inspected with df.info() and df.describe()</a:t>
            </a:r>
            <a:endParaRPr lang="en-US" sz="1100" dirty="0"/>
          </a:p>
          <a:p>
            <a:pPr algn="l" marL="223520" indent="-22352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Imputed missing Review Rating using median per product category</a:t>
            </a:r>
            <a:endParaRPr lang="en-US" sz="1100" dirty="0"/>
          </a:p>
          <a:p>
            <a:pPr algn="l" marL="223520" indent="-22352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Standardized column names to snake_case</a:t>
            </a:r>
            <a:endParaRPr lang="en-US" sz="1100" dirty="0"/>
          </a:p>
          <a:p>
            <a:pPr algn="l" marL="223520" indent="-22352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Dropped redundant promo_code_used after consistency check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17344" y="3586237"/>
            <a:ext cx="260776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7344" y="3931741"/>
            <a:ext cx="2607766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age_group bins and purchase_frequency_days for behavioral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2701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Integration &amp;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075780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445321"/>
            <a:ext cx="25966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Connected Python to Oracle SQL and loaded cleaned DataFrame for structured SQL analysis.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3577" y="3298106"/>
            <a:ext cx="2596679" cy="531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Enables repeatable queries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dashboard-driven metrics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9945" y="1459632"/>
            <a:ext cx="5135166" cy="2888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5254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&amp; Demographics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12268"/>
            <a:ext cx="2630016" cy="22626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1937" y="1128489"/>
            <a:ext cx="5153174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analysis: Male customers generate nearly twice the revenue of female customers. Middle-aged and young adults contribute the largest share of revenue — key target segments.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937" y="1635249"/>
            <a:ext cx="5153174" cy="28986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7852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Subscription &amp; Spending Patterns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80455"/>
            <a:ext cx="5157118" cy="29008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7728" y="1071563"/>
            <a:ext cx="2637383" cy="1104528"/>
          </a:xfrm>
          <a:prstGeom prst="roundRect">
            <a:avLst>
              <a:gd name="adj" fmla="val 16826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25840" y="1209675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5840" y="1494383"/>
            <a:ext cx="236115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Only 27% of customers are subscribers — clear growth opportunity for recurring revenue.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87728" y="2278633"/>
            <a:ext cx="2637383" cy="1104528"/>
          </a:xfrm>
          <a:prstGeom prst="roundRect">
            <a:avLst>
              <a:gd name="adj" fmla="val 16826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5840" y="2416746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 Impact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5840" y="2701454"/>
            <a:ext cx="236115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without discounts generate 57% of revenue — purchases not heavily promotion-dependent.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7728" y="3485704"/>
            <a:ext cx="2637383" cy="1104528"/>
          </a:xfrm>
          <a:prstGeom prst="roundRect">
            <a:avLst>
              <a:gd name="adj" fmla="val 16826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5840" y="3623816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Shipping &amp; Payment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5840" y="3908524"/>
            <a:ext cx="236115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similar across payment methods; Shipping comparison done (Standard vs Express).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3878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 &amp; Category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078013"/>
            <a:ext cx="746522" cy="461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7102" y="2078013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57102" y="2387724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Drives the highest revenue — primary category focus.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2078013"/>
            <a:ext cx="746522" cy="461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2078013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Rated Products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18384" y="2387724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5 products identified by average rating (SQL-derived).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2078013"/>
            <a:ext cx="746522" cy="4613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078013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Discount-Dependent Items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607692"/>
            <a:ext cx="164075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Five products have highest share of discounted purchases — candidates for margin review.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844"/>
            <a:ext cx="8096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Segmentation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72369"/>
            <a:ext cx="5149155" cy="2260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7079" y="3203041"/>
            <a:ext cx="902594" cy="13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397079" y="3373905"/>
            <a:ext cx="902594" cy="21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First-time buyers; onboarding focus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931285" y="3168326"/>
            <a:ext cx="902594" cy="13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Loyal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931285" y="3339189"/>
            <a:ext cx="902594" cy="21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lifetime value; retention priority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671621" y="1809398"/>
            <a:ext cx="902594" cy="131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Returning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71621" y="1980262"/>
            <a:ext cx="902594" cy="21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 buyers; nurture engagements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23577" y="3966195"/>
            <a:ext cx="560635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Segments classified by purchase history to tailor marketing and retention strategies.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536" y="1123206"/>
            <a:ext cx="333077" cy="3330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02536" y="1604590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New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02536" y="1919139"/>
            <a:ext cx="26225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First-time buyers; onboarding focus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2536" y="2357958"/>
            <a:ext cx="333077" cy="3330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02536" y="2839343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02536" y="3153891"/>
            <a:ext cx="26225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 purchase opportunities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536" y="3592711"/>
            <a:ext cx="333077" cy="3330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02536" y="4074096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Loyal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002536" y="4388644"/>
            <a:ext cx="262257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lifetime value; retention priority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2701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Analytics &amp;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59632"/>
            <a:ext cx="5135166" cy="2888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553691"/>
            <a:ext cx="2596679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an interactive Power BI dashboard to visualize SQL and Python results: revenue by gender, top products, seasonality, shipping comparison, and subscriber metrics — enabling exploratory analysis for stakeholders.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28432" y="3158282"/>
            <a:ext cx="2596679" cy="1062112"/>
          </a:xfrm>
          <a:prstGeom prst="roundRect">
            <a:avLst>
              <a:gd name="adj" fmla="val 21130"/>
            </a:avLst>
          </a:prstGeom>
          <a:solidFill>
            <a:srgbClr val="78550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004" y="3385765"/>
            <a:ext cx="187003" cy="149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579" y="3330253"/>
            <a:ext cx="1960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 centralizes findings and supports data-driven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84522"/>
            <a:ext cx="4667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Takeaways &amp; Recommendations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2577" y="1077664"/>
            <a:ext cx="4667845" cy="841921"/>
          </a:xfrm>
          <a:prstGeom prst="roundRect">
            <a:avLst>
              <a:gd name="adj" fmla="val 21241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6076" y="1211163"/>
            <a:ext cx="440084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Grow Subscriptions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86076" y="1443484"/>
            <a:ext cx="44008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27% penetration — prioritize acquisition and value messaging to increase recurring revenue.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52577" y="2014538"/>
            <a:ext cx="4667845" cy="670620"/>
          </a:xfrm>
          <a:prstGeom prst="roundRect">
            <a:avLst>
              <a:gd name="adj" fmla="val 26667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86076" y="2148036"/>
            <a:ext cx="440084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Focus on Clothing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86076" y="2380357"/>
            <a:ext cx="440084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Highest revenue driver — allocate marketing and inventory to expand margins.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52577" y="2780109"/>
            <a:ext cx="4667845" cy="841921"/>
          </a:xfrm>
          <a:prstGeom prst="roundRect">
            <a:avLst>
              <a:gd name="adj" fmla="val 21241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6076" y="2913608"/>
            <a:ext cx="440084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Optimize Promotions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86076" y="3145929"/>
            <a:ext cx="44008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57% revenue from non-discounted purchases — refine discount strategy to protect margins.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52577" y="3716982"/>
            <a:ext cx="4667845" cy="841921"/>
          </a:xfrm>
          <a:prstGeom prst="roundRect">
            <a:avLst>
              <a:gd name="adj" fmla="val 21241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6076" y="3850481"/>
            <a:ext cx="440084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Target Key Segments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86076" y="4082802"/>
            <a:ext cx="440084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Young &amp; middle-aged adults plus high-spend male segment—tailor campaigns and product mixes accordingly.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2026-08-04T11:04:52Z</dcterms:created>
  <dcterms:modified xsi:type="dcterms:W3CDTF">2026-08-04T11:04:52Z</dcterms:modified>
</cp:coreProperties>
</file>